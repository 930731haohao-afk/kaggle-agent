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Decidable-duel win rate, 20 competitions (%)</a:t>
            </a:r>
          </a:p>
        </c:rich>
      </c:tx>
      <c:layout/>
      <c:overlay val="0"/>
    </c:title>
    <c:autoTitleDeleted val="0"/>
    <c:plotArea>
      <c:layout/>
      <c:barChart>
        <c:barDir val="bar"/>
        <c:grouping val="clustered"/>
        <c:varyColors val="0"/>
        <c:ser>
          <c:idx val="0"/>
          <c:order val="0"/>
          <c:tx>
            <c:strRef>
              <c:f>Sheet1!$B$1</c:f>
              <c:strCache>
                <c:ptCount val="1"/>
                <c:pt idx="0">
                  <c:v>Decidable-duel win rate</c:v>
                </c:pt>
              </c:strCache>
            </c:strRef>
          </c:tx>
          <c:spPr>
            <a:solidFill>
              <a:srgbClr val="2B6CB0">
                <a:alpha val="100000"/>
              </a:srgbClr>
            </a:solidFill>
            <a:effectLst/>
          </c:spPr>
          <c:invertIfNegative val="0"/>
          <c:dLbls>
            <c:numFmt formatCode="#,##0" sourceLinked="0"/>
            <c:txPr>
              <a:bodyPr/>
              <a:lstStyle/>
              <a:p>
                <a:pPr>
                  <a:defRPr b="0" i="0" strike="noStrike" sz="12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cat>
            <c:multiLvlStrRef>
              <c:f>Sheet1!$A$2:$A$4</c:f>
              <c:multiLvlStrCache>
                <c:ptCount val="3"/>
                <c:lvl>
                  <c:pt idx="0">
                    <c:v>my-agent</c:v>
                  </c:pt>
                  <c:pt idx="1">
                    <c:v>NVIDIA</c:v>
                  </c:pt>
                  <c:pt idx="2">
                    <c:v>AIDE</c:v>
                  </c:pt>
                </c:lvl>
              </c:multiLvlStrCache>
            </c:multiLvlStrRef>
          </c:cat>
          <c:val>
            <c:numRef>
              <c:f>Sheet1!$B$2:$B$4</c:f>
              <c:numCache>
                <c:formatCode>General</c:formatCode>
                <c:ptCount val="3"/>
                <c:pt idx="0">
                  <c:v>57</c:v>
                </c:pt>
                <c:pt idx="1">
                  <c:v>48</c:v>
                </c:pt>
                <c:pt idx="2">
                  <c:v>44</c:v>
                </c:pt>
              </c:numCache>
            </c:numRef>
          </c:val>
        </c:ser>
        <c:dLbls>
          <c:numFmt formatCode="#,##0" sourceLinked="0"/>
          <c:txPr>
            <a:bodyPr/>
            <a:lstStyle/>
            <a:p>
              <a:pPr>
                <a:defRPr b="0" i="0" strike="noStrike" sz="12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points the wrong way in 9 of 13 cases we measured.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scored on the real leaderboard, and a paired significance test decides which gaps are real. My agent wins 57 percent of decidable duels; 27 percent cannot be decided at all. On the three harder competitions outside tabular data, it takes the best score on all three. Right now all 20 competitions are re-running under the frozen final architecture with transcript audits; those leaderboard numbers are still TBD.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lands above average, and its edge concentrates where no public solutions exist. I expected one score to decide a winner — a quarter of duels are actually undecidable.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v4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v4 (2026-08-17)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it contradicts the real leaderboard in 9 of 13 competitions we measured.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9 / 13</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competitions where local CV and the real leaderboard disagree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architecture.png">    </p:cNvPr>
          <p:cNvPicPr>
            <a:picLocks noChangeAspect="1"/>
          </p:cNvPicPr>
          <p:nvPr/>
        </p:nvPicPr>
        <p:blipFill>
          <a:blip r:embed="rId1"/>
          <a:stretch>
            <a:fillRect/>
          </a:stretch>
        </p:blipFill>
        <p:spPr>
          <a:xfrm>
            <a:off x="502920" y="1234440"/>
            <a:ext cx="6949440" cy="3511296"/>
          </a:xfrm>
          <a:prstGeom prst="rect">
            <a:avLst/>
          </a:prstGeom>
        </p:spPr>
      </p:pic>
      <p:sp>
        <p:nvSpPr>
          <p:cNvPr id="5" name="Text 2"/>
          <p:cNvSpPr/>
          <p:nvPr/>
        </p:nvSpPr>
        <p:spPr>
          <a:xfrm>
            <a:off x="502920" y="4892040"/>
            <a:ext cx="694944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Six-stage pipeline: problem dossier → EDA → feature engineering → modeling → evaluation → submission.</a:t>
            </a:r>
            <a:endParaRPr lang="en-US" sz="1250" dirty="0"/>
          </a:p>
        </p:txBody>
      </p:sp>
      <p:sp>
        <p:nvSpPr>
          <p:cNvPr id="6" name="Text 3"/>
          <p:cNvSpPr/>
          <p:nvPr/>
        </p:nvSpPr>
        <p:spPr>
          <a:xfrm>
            <a:off x="7772400" y="1325880"/>
            <a:ext cx="393192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v5 layer: a problem dossier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three agents,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00584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27% of all duels are undecidable at the measurable error scale; verdicts come from a paired test built on Kaggle's own public/private split. Median percentile rank: my-agent 72.3, NVIDIA 68.0, AIDE 68.7.</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Mid-complexity three-way — my-agent sweeps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in progress</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15/20 lanes done, 1 running, 4 queued.</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Leaderboard scores: TBD until the credentialed scoring step.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Median percentile 72.3 — above average;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27% of duels undecidable;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 scored worse, so the advantage was real.</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27% of our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v4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2026-08-17T09:04:46Z</dcterms:created>
  <dcterms:modified xsi:type="dcterms:W3CDTF">2026-08-17T09:04:46Z</dcterms:modified>
</cp:coreProperties>
</file>
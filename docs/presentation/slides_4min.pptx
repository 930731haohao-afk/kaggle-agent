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Kaggle competition is a scorable task: one submission, one hidden score. The judgment calls come before the modelling, which makes it a sharp test of machine judgment. One design question dominated the build — where should external knowledge enter the pipeline? (17s)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conventional answer is downstream: extra ideas among the candidates you blend. I built that, measured it: worth about ten to the minus five. So this architecture injects upstream. Before any modelling, a dossier reads the problem statement — does this task need outside data — and emits whitelisted, leakage-guarded joins. The rest is conventional: the language model decides at every stage, gradient boosting fits, tree search is the loop. In a blind sweep it flagged exactly the competitions that need it and stayed silent on the rest, and every controlled arm beat their baselines. Nothing local I tested tells me which form to use. (37s)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Those are my own numbers, and between agents local validation cannot arbitrate: one lane scored six point seven out of fold, forty-nine on the leaderboard. So every verdict is a real submission. Kaggle scores each submission on two halves of the test set. My first threshold used one agent’s drift between halves and called most duels undecidable — but that drift is shared: it moves all three agents together. Take the gap between two agents on both halves and the common drift cancels. A verdict needs both halves to agree, and the gap to beat its own movement. Sixty duels: thirty-eight decided; twenty-two are not ties, but readings the test refuses to make. (45s)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reading. Twenty competitions, three agents, one architecture frozen before the run, and no lane could reach a leaderboard. The two yardsticks are frozen too: AIDE searches from zero, the NVIDIA agent reproduces the highest-voted public kernel. I fixed nothing in either. Mine wins sixteen of its twenty-four decided duels, sixty-six point seven percent, against forty-two point three for each. That number measures the whole architecture; the injection decision is measured separately, by the controlled arms. (38s)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loses is the interesting half. My two worst losses are the only two competitions with a mature public solution, and there the reproduction agent beats me decisively — twenty-eight against five and nine. That is the mechanism the design predicts: reproduction wins where a strong public solution exists, search wins where none does. The standing is also fragile: drop one competition and it reads seventy-two point seven, and one duel sits exactly on its noise floor. A ranking belongs to the method and the evaluation set together — mine included. (37s)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knowledge enters is an architectural choice with a measurable answer. State an error model, or a ranking is your own noise. And freeze your yardsticks, then read the transcripts — mine caught a blind spot in my own auditor, which was skipping the exact command it existed to catch. Corrected, a re-run over all twenty transcripts finds no network access. Thank you. (25s)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789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End-to-End AI Agent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Kaggle Competitions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77240" y="352044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should external knowledge enter an agent’s pipeline?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50749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D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Wei-Hao Huang   ·   Institute of Statistical Science, Academia Sinica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decision: knowledge enters upstream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58368" y="278892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1EBF5"/>
          </a:solidFill>
          <a:ln w="19050">
            <a:solidFill>
              <a:srgbClr val="7C4F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7889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075688" y="3072384"/>
            <a:ext cx="393192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68880" y="278892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4F7FB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27889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86200" y="3072384"/>
            <a:ext cx="393192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79392" y="278892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4F7FB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79392" y="27889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96712" y="3072384"/>
            <a:ext cx="393192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089904" y="278892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4F7FB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27889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507224" y="3072384"/>
            <a:ext cx="393192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00416" y="278892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4F7FB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0416" y="27889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317736" y="3072384"/>
            <a:ext cx="393192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10928" y="278892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F4F7FB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10928" y="27889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367028" y="2029968"/>
            <a:ext cx="0" cy="713232"/>
          </a:xfrm>
          <a:prstGeom prst="line">
            <a:avLst/>
          </a:prstGeom>
          <a:noFill/>
          <a:ln w="28575">
            <a:solidFill>
              <a:srgbClr val="7C4F9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600200" y="17190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4F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Upstream:</a:t>
            </a:r>
            <a:pPr indent="0" marL="0">
              <a:buNone/>
            </a:pPr>
            <a:r>
              <a:rPr lang="en-US" sz="1600" dirty="0">
                <a:solidFill>
                  <a:srgbClr val="7C4F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outside data enters here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58368" y="3584448"/>
            <a:ext cx="3227832" cy="0"/>
          </a:xfrm>
          <a:prstGeom prst="line">
            <a:avLst/>
          </a:prstGeom>
          <a:noFill/>
          <a:ln w="12700">
            <a:solidFill>
              <a:srgbClr val="8A6D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584448"/>
            <a:ext cx="0" cy="73152"/>
          </a:xfrm>
          <a:prstGeom prst="line">
            <a:avLst/>
          </a:prstGeom>
          <a:noFill/>
          <a:ln w="12700">
            <a:solidFill>
              <a:srgbClr val="8A6D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86200" y="3584448"/>
            <a:ext cx="0" cy="73152"/>
          </a:xfrm>
          <a:prstGeom prst="line">
            <a:avLst/>
          </a:prstGeom>
          <a:noFill/>
          <a:ln w="12700">
            <a:solidFill>
              <a:srgbClr val="8A6D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71246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6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taken </a:t>
            </a:r>
            <a:pPr indent="0" marL="0">
              <a:buNone/>
            </a:pPr>
            <a:r>
              <a:rPr lang="en-US" sz="1600" i="1" dirty="0">
                <a:solidFill>
                  <a:srgbClr val="8A6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indent="0" marL="0">
              <a:buNone/>
            </a:pPr>
            <a:r>
              <a:rPr lang="en-US" sz="1600" dirty="0">
                <a:solidFill>
                  <a:srgbClr val="8A6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any model is fit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798564" y="3401568"/>
            <a:ext cx="0" cy="566928"/>
          </a:xfrm>
          <a:prstGeom prst="line">
            <a:avLst/>
          </a:prstGeom>
          <a:noFill/>
          <a:ln w="15875">
            <a:solidFill>
              <a:srgbClr val="5A6472"/>
            </a:solidFill>
            <a:prstDash val="dash"/>
            <a:headEnd type="triangle"/>
          </a:ln>
        </p:spPr>
      </p:sp>
      <p:sp>
        <p:nvSpPr>
          <p:cNvPr id="27" name="Text 25"/>
          <p:cNvSpPr/>
          <p:nvPr/>
        </p:nvSpPr>
        <p:spPr>
          <a:xfrm>
            <a:off x="7269480" y="382219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blend: measured ~10</a:t>
            </a:r>
            <a:pPr indent="0" marL="0">
              <a:buNone/>
            </a:pPr>
            <a:r>
              <a:rPr lang="en-US" sz="1600" baseline="30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abandoned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8368" y="507492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</a:t>
            </a:r>
            <a:pPr indent="0" marL="0">
              <a:buNone/>
            </a:pPr>
            <a:r>
              <a:rPr lang="en-US" sz="1800" b="1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</a:t>
            </a:r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competitions that need outside data.    </a:t>
            </a:r>
            <a:pPr indent="0" marL="0">
              <a:buNone/>
            </a:pPr>
            <a:r>
              <a:rPr lang="en-US" sz="1800" b="1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controlled arm beat its baseline.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" y="54406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local signal I tested picks the form.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validation cannot arbitrate — so build the instrument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5836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lane: out-of-fold SMAPE </a:t>
            </a:r>
            <a:pPr indent="0" marL="0">
              <a:buNone/>
            </a:pPr>
            <a:r>
              <a:rPr lang="en-US" sz="1800" b="1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6.706</a:t>
            </a:r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real leaderboard </a:t>
            </a:r>
            <a:pPr indent="0" marL="0">
              <a:buNone/>
            </a:pPr>
            <a:r>
              <a:rPr lang="en-US" sz="18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49.40878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7556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agents drift the same way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783080" y="2212848"/>
            <a:ext cx="0" cy="1783080"/>
          </a:xfrm>
          <a:prstGeom prst="line">
            <a:avLst/>
          </a:prstGeom>
          <a:noFill/>
          <a:ln w="12700">
            <a:solidFill>
              <a:srgbClr val="A8BD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26280" y="2212848"/>
            <a:ext cx="0" cy="1783080"/>
          </a:xfrm>
          <a:prstGeom prst="line">
            <a:avLst/>
          </a:prstGeom>
          <a:noFill/>
          <a:ln w="12700">
            <a:solidFill>
              <a:srgbClr val="A8BD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83080" y="2468880"/>
            <a:ext cx="2743200" cy="566928"/>
          </a:xfrm>
          <a:prstGeom prst="line">
            <a:avLst/>
          </a:prstGeom>
          <a:noFill/>
          <a:ln w="22225">
            <a:solidFill>
              <a:srgbClr val="2B6CB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2889504"/>
            <a:ext cx="2743200" cy="521208"/>
          </a:xfrm>
          <a:prstGeom prst="line">
            <a:avLst/>
          </a:prstGeom>
          <a:noFill/>
          <a:ln w="22225">
            <a:solidFill>
              <a:srgbClr val="5A64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2788" y="2418588"/>
            <a:ext cx="100584" cy="100584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75988" y="2985516"/>
            <a:ext cx="100584" cy="100584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32788" y="2839212"/>
            <a:ext cx="100584" cy="100584"/>
          </a:xfrm>
          <a:prstGeom prst="ellipse">
            <a:avLst/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5988" y="3360420"/>
            <a:ext cx="100584" cy="100584"/>
          </a:xfrm>
          <a:prstGeom prst="ellipse">
            <a:avLst/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4208" y="2468880"/>
            <a:ext cx="0" cy="420624"/>
          </a:xfrm>
          <a:prstGeom prst="line">
            <a:avLst/>
          </a:prstGeom>
          <a:noFill/>
          <a:ln w="12700">
            <a:solidFill>
              <a:srgbClr val="0F2A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2468880"/>
            <a:ext cx="64008" cy="0"/>
          </a:xfrm>
          <a:prstGeom prst="line">
            <a:avLst/>
          </a:prstGeom>
          <a:noFill/>
          <a:ln w="12700">
            <a:solidFill>
              <a:srgbClr val="0F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2889504"/>
            <a:ext cx="64008" cy="0"/>
          </a:xfrm>
          <a:prstGeom prst="line">
            <a:avLst/>
          </a:prstGeom>
          <a:noFill/>
          <a:ln w="12700">
            <a:solidFill>
              <a:srgbClr val="0F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254203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45152" y="3035808"/>
            <a:ext cx="0" cy="374904"/>
          </a:xfrm>
          <a:prstGeom prst="line">
            <a:avLst/>
          </a:prstGeom>
          <a:noFill/>
          <a:ln w="12700">
            <a:solidFill>
              <a:srgbClr val="0F2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45152" y="3035808"/>
            <a:ext cx="64008" cy="0"/>
          </a:xfrm>
          <a:prstGeom prst="line">
            <a:avLst/>
          </a:prstGeom>
          <a:noFill/>
          <a:ln w="12700">
            <a:solidFill>
              <a:srgbClr val="0F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5152" y="3410712"/>
            <a:ext cx="64008" cy="0"/>
          </a:xfrm>
          <a:prstGeom prst="line">
            <a:avLst/>
          </a:prstGeom>
          <a:noFill/>
          <a:ln w="12700">
            <a:solidFill>
              <a:srgbClr val="0F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0861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40233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half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794760" y="40233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half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" y="44439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 cancels. The gap does not.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360920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90104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9288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48472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77656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06840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36024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65208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994392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23576" y="212140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60920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90104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19288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48472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77656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006840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336024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665208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94392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323576" y="2450592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60920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0104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19288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8472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77656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06840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336024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65208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94392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23576" y="2779776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360920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90104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019288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48472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77656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06840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336024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665208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994392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23576" y="3108960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60920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690104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19288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48472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77656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06840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336024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65208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994392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323576" y="3438144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360920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690104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019288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348472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677656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006840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336024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665208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994392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323576" y="3767328"/>
            <a:ext cx="274320" cy="2743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8BDD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309360" y="444398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duels: </a:t>
            </a:r>
            <a:pPr algn="ctr" indent="0" marL="0">
              <a:buNone/>
            </a:pPr>
            <a:r>
              <a:rPr lang="en-US" sz="15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decided</a:t>
            </a:r>
            <a:pPr algn="ctr" indent="0" marL="0">
              <a:buNone/>
            </a:pPr>
            <a:r>
              <a:rPr lang="en-US" sz="15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22 undecidable — not ties.</a:t>
            </a:r>
            <a:endParaRPr lang="en-US" sz="1500" dirty="0"/>
          </a:p>
        </p:txBody>
      </p:sp>
      <p:sp>
        <p:nvSpPr>
          <p:cNvPr id="85" name="Text 83"/>
          <p:cNvSpPr/>
          <p:nvPr/>
        </p:nvSpPr>
        <p:spPr>
          <a:xfrm>
            <a:off x="658368" y="5230368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Verdict: the ordering replicates on both halves, </a:t>
            </a:r>
            <a:pPr indent="0" marL="0">
              <a:buNone/>
            </a:pPr>
            <a:r>
              <a:rPr lang="en-US" sz="17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gap exceeds its own movement.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frozen three-way run measured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competitions   ·   one architecture, frozen before the run   ·   no my-agent lane could reach a leaderboard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58368" y="201168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my-agent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194560" y="2011680"/>
            <a:ext cx="4937760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2011680"/>
            <a:ext cx="3293486" cy="47548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31720" y="2011680"/>
            <a:ext cx="311060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16–8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60920" y="198424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278892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2788920"/>
            <a:ext cx="4937760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2788920"/>
            <a:ext cx="2088672" cy="475488"/>
          </a:xfrm>
          <a:prstGeom prst="rect">
            <a:avLst/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2788920"/>
            <a:ext cx="1905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11–15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60920" y="276148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42.3%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8368" y="356616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194560" y="3566160"/>
            <a:ext cx="4937760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4560" y="3566160"/>
            <a:ext cx="2088672" cy="475488"/>
          </a:xfrm>
          <a:prstGeom prst="rect">
            <a:avLst/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31720" y="3566160"/>
            <a:ext cx="1905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11–15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60920" y="35387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42.3%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58368" y="466344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Wins–losses over each agent's own decided duels: 24 for my-agent, 26 for each yardstick (38 decided duels = 76 agent-side outcomes).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8368" y="507492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private score: </a:t>
            </a:r>
            <a:pPr indent="0" marL="0">
              <a:buNone/>
            </a:pPr>
            <a:r>
              <a:rPr lang="en-US" sz="1800" b="1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of 20</a:t>
            </a:r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(NVIDIA 7, AIDE 3).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 is where the design predicts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loss — SMAPE, lower is better. Bars show how far behind the best score each agent is.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194560" y="1554480"/>
            <a:ext cx="4206240" cy="4572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1554480"/>
            <a:ext cx="0" cy="4572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5.48351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22677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94560" y="2267712"/>
            <a:ext cx="4206240" cy="4572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2267712"/>
            <a:ext cx="773948" cy="457200"/>
          </a:xfrm>
          <a:prstGeom prst="rect">
            <a:avLst/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677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9.72095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8368" y="29809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my-agent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94560" y="2980944"/>
            <a:ext cx="4206240" cy="4572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2980944"/>
            <a:ext cx="4206240" cy="457200"/>
          </a:xfrm>
          <a:prstGeom prst="rect">
            <a:avLst/>
          </a:prstGeom>
          <a:solidFill>
            <a:srgbClr val="8A6D1A"/>
          </a:solidFill>
          <a:ln w="12700">
            <a:solidFill>
              <a:srgbClr val="8A6D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9809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28.49605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8368" y="374904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two worst losses are the only competitions here with a mature public solution.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8368" y="411480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Reproduction dominates there; search wins the rest.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34440" y="4846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72.7%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617720" y="4754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8641080" y="4846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703320" y="5102352"/>
            <a:ext cx="77724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7680960" y="5102352"/>
            <a:ext cx="77724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34440" y="5440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one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17720" y="5440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decimal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41080" y="5440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duel on its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floor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away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137160" cy="182880"/>
          </a:xfrm>
          <a:prstGeom prst="rect">
            <a:avLst/>
          </a:prstGeom>
          <a:solidFill>
            <a:srgbClr val="8A6D1A"/>
          </a:solidFill>
          <a:ln w="12700">
            <a:solidFill>
              <a:srgbClr val="8A6D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01168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error model, or the ranking is your own noise.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971800"/>
            <a:ext cx="137160" cy="182880"/>
          </a:xfrm>
          <a:prstGeom prst="rect">
            <a:avLst/>
          </a:prstGeom>
          <a:solidFill>
            <a:srgbClr val="8A6D1A"/>
          </a:solidFill>
          <a:ln w="12700">
            <a:solidFill>
              <a:srgbClr val="8A6D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88036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 the yardsticks. Then read the transcripts, not just the scores.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886200"/>
            <a:ext cx="10744200" cy="1051560"/>
          </a:xfrm>
          <a:prstGeom prst="rect">
            <a:avLst/>
          </a:prstGeom>
          <a:solidFill>
            <a:srgbClr val="0F2A4A"/>
          </a:solidFill>
          <a:ln w="12700">
            <a:solidFill>
              <a:srgbClr val="0F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886200"/>
            <a:ext cx="10287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knowledge enters is an architectural choice — and the controlled arms measure which placement wins.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5138928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github.com/930731haohao-afk/kaggle-agent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2026-08-19T06:59:19Z</dcterms:created>
  <dcterms:modified xsi:type="dcterms:W3CDTF">2026-08-19T06:59:19Z</dcterms:modified>
</cp:coreProperties>
</file>
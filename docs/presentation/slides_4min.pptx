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Injection-layer ablation, s3e19 private SMAPE (lower = better)</a:t>
            </a:r>
          </a:p>
        </c:rich>
      </c:tx>
      <c:layout/>
      <c:overlay val="0"/>
    </c:title>
    <c:autoTitleDeleted val="0"/>
    <c:plotArea>
      <c:layout/>
      <c:barChart>
        <c:barDir val="bar"/>
        <c:grouping val="clustered"/>
        <c:varyColors val="0"/>
        <c:ser>
          <c:idx val="0"/>
          <c:order val="0"/>
          <c:tx>
            <c:strRef>
              <c:f>Sheet1!$B$1</c:f>
              <c:strCache>
                <c:ptCount val="1"/>
                <c:pt idx="0">
                  <c:v>s3e19 private SMAPE</c:v>
                </c:pt>
              </c:strCache>
            </c:strRef>
          </c:tx>
          <c:spPr>
            <a:solidFill>
              <a:srgbClr val="2B6CB0"/>
            </a:solidFill>
            <a:effectLst/>
          </c:spPr>
          <c:invertIfNegative val="0"/>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dPt>
            <c:idx val="3"/>
            <c:invertIfNegative val="0"/>
            <c:bubble3D val="0"/>
            <c:spPr>
              <a:solidFill>
                <a:srgbClr val="A8BDD4"/>
              </a:solidFill>
              <a:effectLst/>
            </c:spPr>
          </c:dPt>
          <c:cat>
            <c:multiLvlStrRef>
              <c:f>Sheet1!$A$2:$A$5</c:f>
              <c:multiLvlStrCache>
                <c:ptCount val="4"/>
                <c:lvl>
                  <c:pt idx="0">
                    <c:v>with layer</c:v>
                  </c:pt>
                  <c:pt idx="1">
                    <c:v>NVIDIA</c:v>
                  </c:pt>
                  <c:pt idx="2">
                    <c:v>AIDE</c:v>
                  </c:pt>
                  <c:pt idx="3">
                    <c:v>no layer</c:v>
                  </c:pt>
                </c:lvl>
              </c:multiLvlStrCache>
            </c:multiLvlStrRef>
          </c:cat>
          <c:val>
            <c:numRef>
              <c:f>Sheet1!$B$2:$B$5</c:f>
              <c:numCache>
                <c:formatCode>General</c:formatCode>
                <c:ptCount val="4"/>
                <c:pt idx="0">
                  <c:v>48.243</c:v>
                </c:pt>
                <c:pt idx="1">
                  <c:v>48.26558</c:v>
                </c:pt>
                <c:pt idx="2">
                  <c:v>48.34131</c:v>
                </c:pt>
                <c:pt idx="3">
                  <c:v>50.455</c:v>
                </c:pt>
              </c:numCache>
            </c:numRef>
          </c:val>
        </c:ser>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51"/>
          <c:min val="47"/>
        </c:scaling>
        <c:delete val="0"/>
        <c:axPos val="b"/>
        <c:majorGridlines>
          <c:spPr>
            <a:ln w="6350" cap="flat">
              <a:solidFill>
                <a:srgbClr val="E4E9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can be off by an order of magnitude: 6.71 out-of-fold became 49.41 on the real leaderboard.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of twenty lanes are scored on the real leaderboard under the frozen architecture: fifteen wins, five losses — seventy-five percent — against forty-two percent for AIDE and thirty-eight for NVIDIA, with the best private score on ten of sixteen. The injection layer turns our worst competition into a numerical first among the three agents, six of six controlled arms beat their baselines, and on the three harder competitions outside tabular data my agent takes the best score on all three.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wins fifteen of twenty scored head-to-heads, and its edge concentrates where no public solutions exist. I expected one score to decide a winner — close duels are undecidable without a paired error model.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v6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v6 (2026-08-18)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one competition scored 6.71 out-of-fold yet 49.41 on the real leaderboard.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6.71 → 49.41</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s3e19: out-of-fold SMAPE vs. realized leaderboard score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report-1.png">    </p:cNvPr>
          <p:cNvPicPr>
            <a:picLocks noChangeAspect="1"/>
          </p:cNvPicPr>
          <p:nvPr/>
        </p:nvPicPr>
        <p:blipFill>
          <a:blip r:embed="rId1"/>
          <a:stretch>
            <a:fillRect/>
          </a:stretch>
        </p:blipFill>
        <p:spPr>
          <a:xfrm>
            <a:off x="502920" y="1188720"/>
            <a:ext cx="4754880" cy="4352544"/>
          </a:xfrm>
          <a:prstGeom prst="rect">
            <a:avLst/>
          </a:prstGeom>
        </p:spPr>
      </p:pic>
      <p:sp>
        <p:nvSpPr>
          <p:cNvPr id="5" name="Text 2"/>
          <p:cNvSpPr/>
          <p:nvPr/>
        </p:nvSpPr>
        <p:spPr>
          <a:xfrm>
            <a:off x="502920" y="5669280"/>
            <a:ext cx="493776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Pipeline: dossier → EDA → features → modeling → evaluation → submission → real leaderboard.</a:t>
            </a:r>
            <a:endParaRPr lang="en-US" sz="1250" dirty="0"/>
          </a:p>
        </p:txBody>
      </p:sp>
      <p:sp>
        <p:nvSpPr>
          <p:cNvPr id="6" name="Text 3"/>
          <p:cNvSpPr/>
          <p:nvPr/>
        </p:nvSpPr>
        <p:spPr>
          <a:xfrm>
            <a:off x="5623560" y="1325880"/>
            <a:ext cx="603504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Stage-0.5 dossier (injection layer):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my-agent on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37160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16 of 20 lanes are scored on the real leaderboard, adjudicated by a paired test on Kaggle's public/private split: my-agent stands 15 W / 5 L (75% excl. ties) with the best private score on 10 of 16. The dossier layer's external-data injection turns the canonical failure into a numerical first, and all 6 of 6 controlled arms beat their matched baselines.</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Beyond tabular — my-agent beats both yardsticks on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16/20 scored</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16/20 lanes scored, 1 running (s6e2), 3 queued; beats its own development-lane score on 11 of 16.</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Standing: my-agent 15 W / 5 L (75%) vs AIDE 42% · NVIDIA 38%.</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Scored frozen-architecture runs stand 15 W / 5 L (75%) with the best private score on 10 of 16 lanes;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close duels undecidable on a single score;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re-run's local validation scored worse, consistent with a real contamination advantage.</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close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v6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2026-08-18T07:39:52Z</dcterms:created>
  <dcterms:modified xsi:type="dcterms:W3CDTF">2026-08-18T07:39:52Z</dcterms:modified>
</cp:coreProperties>
</file>
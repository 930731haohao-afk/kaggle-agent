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optimisation loop. The one design decision that mattered is where outside knowledge enters. My first version put it downstream, at the blend — measured, it was worth ten to the minus five. So it moved upstream, into a dossier stage that classifies the task before any modelling.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yardstick.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Version the agent, not just the code: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Engineering judgment is the gap, not technique: nothing in the loop can tell at design time whether an architecture will hold, and by the time the flaws surface the debt is already there. A pipeline will happily log success for work nothing performed — ours emitted instructions the evaluator had never implemented, and the ledger recorded them as handled. Documents can agree with each other and all be wrong: one claim was consistent across all three of these, and only the source code disagreed.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yardsticks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optimisation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yardstick.</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Best private score — head-to-head count (20 competitions)</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from building this AI agent</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Local CV is the only feedback while you iterate.</a:t>
            </a:r>
            <a:pPr indent="0" marL="0">
              <a:buNone/>
            </a:pPr>
            <a:r>
              <a:rPr lang="en-US" sz="1600" dirty="0">
                <a:solidFill>
                  <a:srgbClr val="111111"/>
                </a:solidFill>
                <a:latin typeface="Arial" pitchFamily="34" charset="0"/>
                <a:ea typeface="Arial" pitchFamily="34" charset="-122"/>
                <a:cs typeface="Arial" pitchFamily="34" charset="-120"/>
              </a:rPr>
              <a:t> A competition returns no score until submission,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Version the agent, not just the code.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start the benchmark over rather than mixing versions in one table.</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the transcript</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Where AI-heavy work still falls short</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Engineering judgment is the gap, not technique.</a:t>
            </a:r>
            <a:pPr indent="0" marL="0">
              <a:buNone/>
            </a:pPr>
            <a:r>
              <a:rPr lang="en-US" sz="1600" dirty="0">
                <a:solidFill>
                  <a:srgbClr val="111111"/>
                </a:solidFill>
                <a:latin typeface="Arial" pitchFamily="34" charset="0"/>
                <a:ea typeface="Arial" pitchFamily="34" charset="-122"/>
                <a:cs typeface="Arial" pitchFamily="34" charset="-120"/>
              </a:rPr>
              <a:t> Nothing in the loop can tell at design time whether an architecture will hold; the flaws surface once it runs, and the debt grows with every competition added.</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 pipeline will log success for work nothing performed.</a:t>
            </a:r>
            <a:pPr indent="0" marL="0">
              <a:buNone/>
            </a:pPr>
            <a:r>
              <a:rPr lang="en-US" sz="1600" dirty="0">
                <a:solidFill>
                  <a:srgbClr val="111111"/>
                </a:solidFill>
                <a:latin typeface="Arial" pitchFamily="34" charset="0"/>
                <a:ea typeface="Arial" pitchFamily="34" charset="-122"/>
                <a:cs typeface="Arial" pitchFamily="34" charset="-120"/>
              </a:rPr>
              <a:t> Our dossier emitted operators the evaluator had never implemented — no warning, and the ledger recorded it as handled.</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Documents can agree with each other and all be wrong.</a:t>
            </a:r>
            <a:pPr indent="0" marL="0">
              <a:buNone/>
            </a:pPr>
            <a:r>
              <a:rPr lang="en-US" sz="1600" dirty="0">
                <a:solidFill>
                  <a:srgbClr val="111111"/>
                </a:solidFill>
                <a:latin typeface="Arial" pitchFamily="34" charset="0"/>
                <a:ea typeface="Arial" pitchFamily="34" charset="-122"/>
                <a:cs typeface="Arial" pitchFamily="34" charset="-120"/>
              </a:rPr>
              <a:t> One claim was copied into report, poster and slides, and read as verified because it was consistent everywhere. Only the source code disagreed.</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7" name="Text 5"/>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2026-08-19T10:50:34Z</dcterms:created>
  <dcterms:modified xsi:type="dcterms:W3CDTF">2026-08-19T10:50:34Z</dcterms:modified>
</cp:coreProperties>
</file>